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Robot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a03a249cc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a03a249cc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a03a249c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a03a249c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b2bb9723c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b2bb9723c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aa03a249c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aa03a249c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b2bb9723c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b2bb9723c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2bb9723c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b2bb9723c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a03a249cc_0_1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a03a249cc_0_1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a03a249cc_0_1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a03a249cc_0_1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a03a249cc_0_1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a03a249cc_0_1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a228f37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aa228f37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aa03a249cc_0_1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aa03a249cc_0_1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4180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Scapegoat tree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94" y="2478250"/>
            <a:ext cx="41526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Seminário relativo à cadeira de Estruturas de Dados do ano letivo 2020/2021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00" y="496375"/>
            <a:ext cx="1760350" cy="7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98100" y="3887450"/>
            <a:ext cx="3595528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Alexandre Costa	2018015537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Daniel Ribeiro	2017013425</a:t>
            </a:r>
            <a:endParaRPr sz="5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1975" y="1434728"/>
            <a:ext cx="3087650" cy="341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que é uma scapegoat tree?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Scapegoat Tree é uma árvore binária auto-equilibrada, que é baseada no conceito de bode expiatório (scapegoat).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Um bode expiatório é uma pessoa que tipicamente é acusada quando há um problema, e a Scapegoat tree (Árvore de bode expiatório) usa esse termo porque identifica um nó que “culpa” quando a árvore se torna desequilibrada.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que é uma scapegoat tree?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/>
              <a:t>A árvore pode tornar-se desequilibrada depois de uma inserção ou eliminação de um nó, e aí um elemento seria identificado como o “bode expiatório” para aceitar o problema. Esse problema seria corrigido ao reequilibrar a subárvore da scapegoat tree.</a:t>
            </a: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Foi desenvolvida em 1989 por Arne Andersson e foi posteriormente desenvolvido e denominada por Igal Galperin e Ronald l. Rivest.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Uma Scapegoat tree é uma árvore de busca binária com equilíbrio automático que fornece tempo de pesquisa O(log n) de pior caso e tempo de inserção e exclusão amortizado O(log n).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História da Scapegoat Tree</a:t>
            </a:r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 vantagem da Scapegoat tree em comparação com outras árvores com equilíbrio automático é que ela não precisa de memória adicional para armazenar informações sobre a árvore para mantê-la equilibrada.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A árvore do bode expiatório é relativamente simples de implementar, portanto, ela tornou-se conhecida pela sua simplicidade e baixo uso de memória.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História da Scapegoat Tree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Vantagens da Scapegoat tree</a:t>
            </a:r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Facilmente implementada sem rotações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Não precisa de memória adicional por nó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Existe um parâmetro (𝛂) para a estrutura de dados que permite flexibilidade na decisão de quão balanceada deve ser a árvore. Este parâmetro permite que o programador decida se a árvore será mais balanceada (o que exige mais reconstrução) ou não tão equilibrada (o que exige menos reconstrução). Por conveniência, define-se 𝛂 = ⅔.</a:t>
            </a:r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Desvantagens da Scapegoat tree</a:t>
            </a:r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A complexidade temporal de O(log n) é amortizada para operações de inserção e exclusão. Uma única operação de inserção ou exclusão pode levar até Ω(n) no que toca à complexidade temporal, devido ao tempo gasto na reestruturação.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Onde se usa a scapegoat tree?</a:t>
            </a:r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/>
              <a:t>Esta variante da pesquisa binária deve ser usada em aplicações em que as operações de pesquisa e inserção são dominantes pois é aqui que o algoritmo se revela mais eficiente.</a:t>
            </a:r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/>
              <a:t>Como procurar um elemento numa Scapegoat tree?</a:t>
            </a:r>
            <a:endParaRPr sz="2800"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/>
              <a:t>A pesquisa nesta estrutura algorítmica é executada da mesma forma que uma Árvore Binária normal. Possui então uma complexidade temporal no pior cenário de O(log n).</a:t>
            </a: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900"/>
              <a:t>Como inserir um elemento numa Scapegoat tree?</a:t>
            </a:r>
            <a:endParaRPr sz="2900"/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processo começa por adicionar um nó de forma semelhante a uma Árvore de Pesquisa Binária. Após a adição, incrementamos n e q em 1.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Devemos agora calcular log3/2(q) e o número decimal que nos aparecer (exemplo: log3/2(10)=5,67887 então o número é 5) vai corresponder à altura máxima da árvore.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Se a altura for superior ao valor calculado anteriormente, temos de identificar a scapegoat e reconstruir a árvore a partir desse nó.</a:t>
            </a: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900"/>
              <a:t>Como encontrar o Scapegoat?</a:t>
            </a:r>
            <a:endParaRPr sz="2900"/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Para encontrar o “scape goat” devemos começar no nó adicionado. A partir daí, avançamos para o seu pai e verificamos a seguinte condição: size(w.child)/size(w) &gt; 𝛂, sendo 𝛂=⅔.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Se a condição for falsa, avançamos 1 nó para cima na árvore até a condição se verificar. O nó “pai” é a scapegoat.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A reconstrução passa por ordenar todos os elementos do Scapegoat para baixo num array e construir uma árvore binária a partir disso.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Como retirar um elemento numa Scapegoat tree?</a:t>
            </a:r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Começamos por proceder da mesma forma que numa Árvore de Pesquisa Binária.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Após este procedimento, reduzimos n (número de nós) em 1 e comparamos n com q/2 (q = limite superior para o número de nós na árvore).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Se n for menor que q/2,  temos de reconstruir a árvore toda, não esquecendo no fim de atualizar o valor de q para q = n.</a:t>
            </a: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Microsoft Office PowerPoint</Application>
  <PresentationFormat>Apresentação no Ecrã (16:9)</PresentationFormat>
  <Paragraphs>48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5" baseType="lpstr">
      <vt:lpstr>Roboto</vt:lpstr>
      <vt:lpstr>Arial</vt:lpstr>
      <vt:lpstr>Geometric</vt:lpstr>
      <vt:lpstr>Scapegoat tree</vt:lpstr>
      <vt:lpstr>O que é uma scapegoat tree?</vt:lpstr>
      <vt:lpstr>O que é uma scapegoat tree?</vt:lpstr>
      <vt:lpstr>História da Scapegoat Tree</vt:lpstr>
      <vt:lpstr>História da Scapegoat Tree</vt:lpstr>
      <vt:lpstr>Vantagens da Scapegoat tree</vt:lpstr>
      <vt:lpstr>Desvantagens da Scapegoat tree</vt:lpstr>
      <vt:lpstr>Onde se usa a scapegoat tree?</vt:lpstr>
      <vt:lpstr>Como procurar um elemento numa Scapegoat tree?</vt:lpstr>
      <vt:lpstr>Como inserir um elemento numa Scapegoat tree?</vt:lpstr>
      <vt:lpstr>Como encontrar o Scapegoat?</vt:lpstr>
      <vt:lpstr>Como retirar um elemento numa Scapegoat tree?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Scapegoat tree</dc:title>
  <cp:lastModifiedBy>Daniel Ribeiro</cp:lastModifiedBy>
  <cp:revision>1</cp:revision>
  <dcterms:modified xsi:type="dcterms:W3CDTF">2021-01-19T13:21:04Z</dcterms:modified>
</cp:coreProperties>
</file>